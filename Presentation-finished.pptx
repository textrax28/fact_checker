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d6d9fab4f943dc" /><Relationship Type="http://schemas.openxmlformats.org/officeDocument/2006/relationships/extended-properties" Target="/docProps/app.xml" Id="R610f6a16ee544547" /><Relationship Type="http://schemas.openxmlformats.org/officeDocument/2006/relationships/officeDocument" Target="/ppt/presentation.xml" Id="R1d8a056c246e40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29a4d9e6d845df"/>
  </p:sldMasterIdLst>
  <p:notesMasterIdLst>
    <p:notesMasterId xmlns:r="http://schemas.openxmlformats.org/officeDocument/2006/relationships" r:id="R004bcd6e11b143d4"/>
  </p:notesMasterIdLst>
  <p:sldIdLst>
    <p:sldId xmlns:r="http://schemas.openxmlformats.org/officeDocument/2006/relationships" id="256" r:id="R44d005dbf1a04c41"/>
    <p:sldId xmlns:r="http://schemas.openxmlformats.org/officeDocument/2006/relationships" id="257" r:id="R9168b468c8c74f23"/>
    <p:sldId xmlns:r="http://schemas.openxmlformats.org/officeDocument/2006/relationships" id="258" r:id="R7fd25f332d484266"/>
    <p:sldId xmlns:r="http://schemas.openxmlformats.org/officeDocument/2006/relationships" id="259" r:id="R8e74116542b442d2"/>
    <p:sldId xmlns:r="http://schemas.openxmlformats.org/officeDocument/2006/relationships" id="260" r:id="Rd445a631a5d844b1"/>
    <p:sldId xmlns:r="http://schemas.openxmlformats.org/officeDocument/2006/relationships" id="261" r:id="R18e6e1b4ffef44cb"/>
    <p:sldId xmlns:r="http://schemas.openxmlformats.org/officeDocument/2006/relationships" id="262" r:id="R45d59ceb71f148e9"/>
    <p:sldId xmlns:r="http://schemas.openxmlformats.org/officeDocument/2006/relationships" id="263" r:id="R1cb8d0a584f14d65"/>
    <p:sldId xmlns:r="http://schemas.openxmlformats.org/officeDocument/2006/relationships" id="264" r:id="R418fd59040764f24"/>
    <p:sldId xmlns:r="http://schemas.openxmlformats.org/officeDocument/2006/relationships" id="265" r:id="R7e4d8da6faa142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ee40970ad46cd" /><Relationship Type="http://schemas.openxmlformats.org/officeDocument/2006/relationships/slideMaster" Target="/ppt/slideMasters/slideMaster1.xml" Id="R7b29a4d9e6d845df" /><Relationship Type="http://schemas.openxmlformats.org/officeDocument/2006/relationships/notesMaster" Target="/ppt/notesMasters/notesMaster1.xml" Id="R004bcd6e11b143d4" /><Relationship Type="http://schemas.openxmlformats.org/officeDocument/2006/relationships/presProps" Target="/ppt/presProps.xml" Id="Rf4c2bbe4f2324ec8" /><Relationship Type="http://schemas.openxmlformats.org/officeDocument/2006/relationships/viewProps" Target="/ppt/viewProps.xml" Id="Rbc32317dd2e940ba" /><Relationship Type="http://schemas.openxmlformats.org/officeDocument/2006/relationships/tableStyles" Target="/ppt/tableStyles.xml" Id="R5a773cbae4f148df" /><Relationship Type="http://schemas.openxmlformats.org/officeDocument/2006/relationships/slide" Target="/ppt/slides/slide1.xml" Id="R44d005dbf1a04c41" /><Relationship Type="http://schemas.openxmlformats.org/officeDocument/2006/relationships/slide" Target="/ppt/slides/slide2.xml" Id="R9168b468c8c74f23" /><Relationship Type="http://schemas.openxmlformats.org/officeDocument/2006/relationships/slide" Target="/ppt/slides/slide3.xml" Id="R7fd25f332d484266" /><Relationship Type="http://schemas.openxmlformats.org/officeDocument/2006/relationships/slide" Target="/ppt/slides/slide4.xml" Id="R8e74116542b442d2" /><Relationship Type="http://schemas.openxmlformats.org/officeDocument/2006/relationships/slide" Target="/ppt/slides/slide5.xml" Id="Rd445a631a5d844b1" /><Relationship Type="http://schemas.openxmlformats.org/officeDocument/2006/relationships/slide" Target="/ppt/slides/slide6.xml" Id="R18e6e1b4ffef44cb" /><Relationship Type="http://schemas.openxmlformats.org/officeDocument/2006/relationships/slide" Target="/ppt/slides/slide7.xml" Id="R45d59ceb71f148e9" /><Relationship Type="http://schemas.openxmlformats.org/officeDocument/2006/relationships/slide" Target="/ppt/slides/slide8.xml" Id="R1cb8d0a584f14d65" /><Relationship Type="http://schemas.openxmlformats.org/officeDocument/2006/relationships/slide" Target="/ppt/slides/slide9.xml" Id="R418fd59040764f24" /><Relationship Type="http://schemas.openxmlformats.org/officeDocument/2006/relationships/slide" Target="/ppt/slides/slide10.xml" Id="R7e4d8da6faa142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c74ee4af8542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11a6de26aa423c" /><Relationship Type="http://schemas.openxmlformats.org/officeDocument/2006/relationships/notesMaster" Target="/ppt/notesMasters/notesMaster1.xml" Id="R1d15ba2820f144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9c6a0ab27a46d6" /><Relationship Type="http://schemas.openxmlformats.org/officeDocument/2006/relationships/notesMaster" Target="/ppt/notesMasters/notesMaster1.xml" Id="R72fa67b601144a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f8a5ef1cb04a81" /><Relationship Type="http://schemas.openxmlformats.org/officeDocument/2006/relationships/notesMaster" Target="/ppt/notesMasters/notesMaster1.xml" Id="Rf3bc8444f97a44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abb671962b454f" /><Relationship Type="http://schemas.openxmlformats.org/officeDocument/2006/relationships/notesMaster" Target="/ppt/notesMasters/notesMaster1.xml" Id="R51f6892278df40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c4c7c0b1394e68" /><Relationship Type="http://schemas.openxmlformats.org/officeDocument/2006/relationships/notesMaster" Target="/ppt/notesMasters/notesMaster1.xml" Id="Raf24a6788aa541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a484ffef154555" /><Relationship Type="http://schemas.openxmlformats.org/officeDocument/2006/relationships/notesMaster" Target="/ppt/notesMasters/notesMaster1.xml" Id="R75301ef6680f43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0e2ba1f3b243e2" /><Relationship Type="http://schemas.openxmlformats.org/officeDocument/2006/relationships/notesMaster" Target="/ppt/notesMasters/notesMaster1.xml" Id="Rab3edde3a80c4b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4edb650a7c46a1" /><Relationship Type="http://schemas.openxmlformats.org/officeDocument/2006/relationships/notesMaster" Target="/ppt/notesMasters/notesMaster1.xml" Id="R1b3bc1fad88941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0d2d374bc544ad" /><Relationship Type="http://schemas.openxmlformats.org/officeDocument/2006/relationships/notesMaster" Target="/ppt/notesMasters/notesMaster1.xml" Id="R415dcd1f945242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3e94f97c7c40ec" /><Relationship Type="http://schemas.openxmlformats.org/officeDocument/2006/relationships/notesMaster" Target="/ppt/notesMasters/notesMaster1.xml" Id="R0f8d291b5c6343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you ever read a news article and stopped to wonder: is this actually true? That question is why I built Fact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AI tools can browse and cite sources. But they are open-ended assistants. Fact Check is built around one repeatable verification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Instead of asking you to engineer a prompt, the platform separates claims, searches for evidence, evaluates each source, and keeps the result inspectable.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 Check works inside the browser. It reads the article, identifies factual claims, and returns the results beside the original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screenshot: C:/Users/natan/VSC Code/fact-checker/screenshots/01-check-any-page.png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Users can check the page already open in Chrome, paste an article URL, or paste any paragraph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platform uses three clear outcomes: true, false, or unverifiable. It does not pretend that every question has a decisive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extracts factual claims, searches for evidence, evaluates each source, and only then derives the final verdict.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safe verification system must be able to say that the available evidence is not enough. Honest uncertainty is better than fabricated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result keeps the claim, explanation, and sources together. Users can open the evidence directly or export the review as Markdown or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screenshot: C:/Users/natan/VSC Code/fact-checker/screenshots/04-verdicts-and-sources.png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time you wonder whether something online is true, you should be able to verify it where you found it. That is Fact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54491fc374d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026b9c78a40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08b2daa7546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362d3f8d047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2ddbb4d914c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5b96baa674bb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9a684f6e24eb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f9fe5b532494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168f268eb4f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5c8ee1138442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1431eff69424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87198B-D7AB-D008-02B4-E58C646F64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7723CA1-27AC-AC1F-AEAB-49DEE6504E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3233D5-EEE5-F4B7-5DA8-4BA0E151FD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03CE8C-E050-C69B-5889-93ECBAD99D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E8C6B4-9FF5-6027-1E1F-F4910DD51E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5E5FA5-E996-86C6-A330-1219B8C44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1FBD49-DF3E-1D81-529F-67D1253B13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008EF3-52B6-1CAD-D252-5723098462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88F3F4-7E4C-66C4-0CA9-4267218D6B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6565EE-EB2E-946F-C3DA-999A74F42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F7779F-EB5A-60C7-9A70-2DE388403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A2BD8D-8A7D-3468-815A-8EEA1F656F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04D5A5-1ADE-A341-F408-E764BCFA2F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F1CB5F-2F19-D032-D0A1-CDF536C647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FCB2C5-BD45-6147-FDFC-A88BFB0F5D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93B162-0331-C127-DB03-F3183A70C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EEA4EE-0791-4600-DA1A-0AF331601E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2A8B0F6-F1D3-3E0A-96A4-6B54DDD21F3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EAD6D7-4E65-0D86-746E-061E359C85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BBAC366-9067-75F3-0164-13CF13B815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415F860-BE28-9601-C583-2EA8EE7112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43073E-97EA-1328-C97F-2BEA58FCA0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5658D1B-068E-5A8E-1756-6C9D48ED8C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022ED23-ABC5-936D-C267-5305332736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114EEA9-A118-799E-5D72-F623C09AF4F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0E39C8C-037A-5569-58AB-203FC6E4755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BF1904D-9A54-2FC8-6C7E-30C47FC53D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142151F-3DF2-EE2F-8D19-AF5CF16CD5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9CF155A-CA0C-9ED5-C3C5-1D23B033BB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D485C6-92D8-4201-F688-90C5C1FF6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85EB693-D742-C184-BB8F-47D5241763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7C63E73-C762-C9CF-537E-3A830763BD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C2A15E5-33D7-2202-1990-F81BEA6407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87BC007-EE7B-FF26-C5AB-1436C529FF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54966B8-4D25-5D93-EAB1-C850A10899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BB9FE2F-2463-39B5-38CF-29B1AF043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DD1A2D-7513-6FF5-A088-02F01EF57F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6EC263-1B79-63BF-9C74-B41A2B2460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CD54689-684F-15A0-A207-3952DF5E88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873F059-256F-F975-6BE1-6F8BFEC6BB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85F0584-F4A9-D7D2-A5CF-E1DFB3EC48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E927F65-8302-EC43-21F5-F824EEEA4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1BA171-7016-A1D2-408E-A19046F527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4052967-8173-AEAB-06C7-1A0BED1B4D9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21A2B43-C867-442D-F08E-AADEE0C998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7A7B343-29B7-391E-5C6F-533D7AC275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345118-9DBA-70AC-4916-6708BB5DE9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BE8D593-1E55-3726-366B-87CCA40194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3CA8F7-44C7-94B0-9FF5-09CB77174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85241D-1B2E-1F47-30E5-346009F2B0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4AE60F-25C6-44C1-A653-2AC40A028C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468336-1DB5-34F2-BF6A-9547CC0F27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8D61E-CFA6-4CC6-93DD-E6AB13BAD8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7B30523-CC45-EAC7-6F30-4E8A2FDD7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817280-3735-8973-2DAE-59136C06B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596BE5-AED7-70F9-7FEA-C32DFE0BF5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7A2C9E-8D2C-CC17-ECCE-3587FC82C5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1D0399-EA73-EC07-F08D-158B240A6E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25a8bbdef74205" /><Relationship Type="http://schemas.openxmlformats.org/officeDocument/2006/relationships/slideLayout" Target="/ppt/slideLayouts/slideLayout1.xml" Id="Rd2387326513e4ebe" /><Relationship Type="http://schemas.openxmlformats.org/officeDocument/2006/relationships/slideLayout" Target="/ppt/slideLayouts/slideLayout2.xml" Id="Rf59f6e1aaf434931" /><Relationship Type="http://schemas.openxmlformats.org/officeDocument/2006/relationships/slideLayout" Target="/ppt/slideLayouts/slideLayout3.xml" Id="R93fc10c5cd464cd4" /><Relationship Type="http://schemas.openxmlformats.org/officeDocument/2006/relationships/slideLayout" Target="/ppt/slideLayouts/slideLayout4.xml" Id="R2ed58225a4fa4cb2" /><Relationship Type="http://schemas.openxmlformats.org/officeDocument/2006/relationships/slideLayout" Target="/ppt/slideLayouts/slideLayout5.xml" Id="R3d0438da23fd40a4" /><Relationship Type="http://schemas.openxmlformats.org/officeDocument/2006/relationships/slideLayout" Target="/ppt/slideLayouts/slideLayout6.xml" Id="R9b0895eb27fa4bf2" /><Relationship Type="http://schemas.openxmlformats.org/officeDocument/2006/relationships/slideLayout" Target="/ppt/slideLayouts/slideLayout7.xml" Id="Rcd1368c78c614bf4" /><Relationship Type="http://schemas.openxmlformats.org/officeDocument/2006/relationships/slideLayout" Target="/ppt/slideLayouts/slideLayout8.xml" Id="Re498accb258e468a" /><Relationship Type="http://schemas.openxmlformats.org/officeDocument/2006/relationships/slideLayout" Target="/ppt/slideLayouts/slideLayout9.xml" Id="R961a64df1ab34ada" /><Relationship Type="http://schemas.openxmlformats.org/officeDocument/2006/relationships/slideLayout" Target="/ppt/slideLayouts/slideLayout10.xml" Id="Rd0a3992684294a99" /><Relationship Type="http://schemas.openxmlformats.org/officeDocument/2006/relationships/slideLayout" Target="/ppt/slideLayouts/slideLayout11.xml" Id="R70611c5406184f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0A37511-6949-372E-38C9-925584F5CF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BD1737-8CA6-34CC-4368-9CAF4B227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A44A23-64FA-0657-FF38-44D67ABCBD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C3FEF9D-9DAF-4C99-9761-EE6F16E3F683}" type="datetimeFigureOut">
              <a:t>30/07/2026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A6BA02-74FB-02B2-4D61-E73D11CD366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D0DA5A-9FDA-B43C-5F80-F3E1D182B7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32741D7-FB92-4735-A121-3AD8A93C7F9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387326513e4ebe"/>
    <p:sldLayoutId xmlns:r="http://schemas.openxmlformats.org/officeDocument/2006/relationships" id="2147483650" r:id="Rf59f6e1aaf434931"/>
    <p:sldLayoutId xmlns:r="http://schemas.openxmlformats.org/officeDocument/2006/relationships" id="2147483651" r:id="R93fc10c5cd464cd4"/>
    <p:sldLayoutId xmlns:r="http://schemas.openxmlformats.org/officeDocument/2006/relationships" id="2147483652" r:id="R2ed58225a4fa4cb2"/>
    <p:sldLayoutId xmlns:r="http://schemas.openxmlformats.org/officeDocument/2006/relationships" id="2147483653" r:id="R3d0438da23fd40a4"/>
    <p:sldLayoutId xmlns:r="http://schemas.openxmlformats.org/officeDocument/2006/relationships" id="2147483654" r:id="R9b0895eb27fa4bf2"/>
    <p:sldLayoutId xmlns:r="http://schemas.openxmlformats.org/officeDocument/2006/relationships" id="2147483655" r:id="Rcd1368c78c614bf4"/>
    <p:sldLayoutId xmlns:r="http://schemas.openxmlformats.org/officeDocument/2006/relationships" id="2147483656" r:id="Re498accb258e468a"/>
    <p:sldLayoutId xmlns:r="http://schemas.openxmlformats.org/officeDocument/2006/relationships" id="2147483657" r:id="R961a64df1ab34ada"/>
    <p:sldLayoutId xmlns:r="http://schemas.openxmlformats.org/officeDocument/2006/relationships" id="2147483658" r:id="Rd0a3992684294a99"/>
    <p:sldLayoutId xmlns:r="http://schemas.openxmlformats.org/officeDocument/2006/relationships" id="2147483659" r:id="R70611c5406184fa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b27dc070f44aa" /><Relationship Type="http://schemas.openxmlformats.org/officeDocument/2006/relationships/image" Target="/ppt/media/image.png" Id="R0f5e95f5273e4a54" /><Relationship Type="http://schemas.openxmlformats.org/officeDocument/2006/relationships/notesSlide" Target="/ppt/notesSlides/notesSlide1.xml" Id="Rde6c095515f540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3a1f4f902432e" /><Relationship Type="http://schemas.openxmlformats.org/officeDocument/2006/relationships/image" Target="/ppt/media/image2.png" Id="R121cb5c8097f4a08" /><Relationship Type="http://schemas.openxmlformats.org/officeDocument/2006/relationships/notesSlide" Target="/ppt/notesSlides/notesSlide2.xml" Id="R296b771de48c4d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ae064fbc7d420b" /><Relationship Type="http://schemas.openxmlformats.org/officeDocument/2006/relationships/image" Target="/ppt/media/image3.png" Id="R3511f64d34274538" /><Relationship Type="http://schemas.openxmlformats.org/officeDocument/2006/relationships/notesSlide" Target="/ppt/notesSlides/notesSlide3.xml" Id="Rb8eb50f5a76846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119a4674654d9c" /><Relationship Type="http://schemas.openxmlformats.org/officeDocument/2006/relationships/image" Target="/ppt/media/image4.png" Id="Rbb0ae0643cd24632" /><Relationship Type="http://schemas.openxmlformats.org/officeDocument/2006/relationships/image" Target="/ppt/media/image5.png" Id="R83dd5634a51c4799" /><Relationship Type="http://schemas.openxmlformats.org/officeDocument/2006/relationships/notesSlide" Target="/ppt/notesSlides/notesSlide4.xml" Id="R9d087ed4561940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a13ac72cd1419e" /><Relationship Type="http://schemas.openxmlformats.org/officeDocument/2006/relationships/image" Target="/ppt/media/image6.png" Id="R63ca551cb3d946c9" /><Relationship Type="http://schemas.openxmlformats.org/officeDocument/2006/relationships/notesSlide" Target="/ppt/notesSlides/notesSlide5.xml" Id="R9a0aae805e5a42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e1c1ad23b14acb" /><Relationship Type="http://schemas.openxmlformats.org/officeDocument/2006/relationships/image" Target="/ppt/media/image7.png" Id="R8b9ac705b1124453" /><Relationship Type="http://schemas.openxmlformats.org/officeDocument/2006/relationships/notesSlide" Target="/ppt/notesSlides/notesSlide6.xml" Id="R0efcdb124d0e45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23de6de608448f" /><Relationship Type="http://schemas.openxmlformats.org/officeDocument/2006/relationships/image" Target="/ppt/media/image8.png" Id="R38d66d3e03a446fe" /><Relationship Type="http://schemas.openxmlformats.org/officeDocument/2006/relationships/notesSlide" Target="/ppt/notesSlides/notesSlide7.xml" Id="Rd6def7a36e0241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6a9ba632804965" /><Relationship Type="http://schemas.openxmlformats.org/officeDocument/2006/relationships/image" Target="/ppt/media/image9.png" Id="R27626eb34c2b4b9c" /><Relationship Type="http://schemas.openxmlformats.org/officeDocument/2006/relationships/notesSlide" Target="/ppt/notesSlides/notesSlide8.xml" Id="R84c97ef5a9e042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c631ab94164357" /><Relationship Type="http://schemas.openxmlformats.org/officeDocument/2006/relationships/image" Target="/ppt/media/image10.png" Id="Rc3fa77b5bf2b455a" /><Relationship Type="http://schemas.openxmlformats.org/officeDocument/2006/relationships/image" Target="/ppt/media/image11.png" Id="R1e822900085a4cc9" /><Relationship Type="http://schemas.openxmlformats.org/officeDocument/2006/relationships/notesSlide" Target="/ppt/notesSlides/notesSlide9.xml" Id="R2c03652a71d543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30262e34dc45fa" /><Relationship Type="http://schemas.openxmlformats.org/officeDocument/2006/relationships/image" Target="/ppt/media/image12.png" Id="R4858245ed2c64c73" /><Relationship Type="http://schemas.openxmlformats.org/officeDocument/2006/relationships/notesSlide" Target="/ppt/notesSlides/notesSlide10.xml" Id="Rf128c01c3b5d4f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e95f5273e4a54"/>
          <a:stretch xmlns:a="http://schemas.openxmlformats.org/drawingml/2006/main"/>
        </p:blipFill>
        <p:spPr>
          <a:xfrm xmlns:a="http://schemas.openxmlformats.org/drawingml/2006/main">
            <a:off x="5410200" y="2076450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2" name="centered-wordmark">
            <a:extLst xmlns:a="http://schemas.openxmlformats.org/drawingml/2006/main">
              <a:ext uri="{FF2B5EF4-FFF2-40B4-BE49-F238E27FC236}">
                <a16:creationId xmlns:a16="http://schemas.microsoft.com/office/drawing/2014/main" id="{D9D7B97A-EA36-486B-AEA4-97BBBF6B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69D2"/>
                </a:solidFill>
              </a:defRPr>
            </a:pPr>
            <a:r>
              <a:rPr sz="2850" b="1">
                <a:solidFill>
                  <a:srgbClr val="1769D2"/>
                </a:solidFill>
              </a:rPr>
              <a:t>FACT CHECK</a:t>
            </a:r>
          </a:p>
        </p:txBody>
      </p:sp>
      <p:sp>
        <p:nvSpPr>
          <p:cNvPr id="3" name="opening-tagline">
            <a:extLst xmlns:a="http://schemas.openxmlformats.org/drawingml/2006/main">
              <a:ext uri="{FF2B5EF4-FFF2-40B4-BE49-F238E27FC236}">
                <a16:creationId xmlns:a16="http://schemas.microsoft.com/office/drawing/2014/main" id="{406DCC4E-76D4-4B1A-A712-F753CDF3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053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748A"/>
                </a:solidFill>
              </a:defRPr>
            </a:pPr>
            <a:r>
              <a:rPr sz="1875" b="0">
                <a:solidFill>
                  <a:srgbClr val="66748A"/>
                </a:solidFill>
              </a:rPr>
              <a:t>Verify what you read.</a:t>
            </a:r>
          </a:p>
        </p:txBody>
      </p:sp>
    </p:spTree>
    <p:extLst>
      <p:ext uri="{BB962C8B-B14F-4D97-AF65-F5344CB8AC3E}">
        <p14:creationId xmlns:p14="http://schemas.microsoft.com/office/powerpoint/2010/main" val="4168809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cb5c8097f4a08"/>
          <a:stretch xmlns:a="http://schemas.openxmlformats.org/drawingml/2006/main"/>
        </p:blipFill>
        <p:spPr>
          <a:xfrm xmlns:a="http://schemas.openxmlformats.org/drawingml/2006/main">
            <a:off x="762000" y="438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header-wordmark">
            <a:extLst xmlns:a="http://schemas.openxmlformats.org/drawingml/2006/main">
              <a:ext uri="{FF2B5EF4-FFF2-40B4-BE49-F238E27FC236}">
                <a16:creationId xmlns:a16="http://schemas.microsoft.com/office/drawing/2014/main" id="{B0BB0C3A-11D1-4455-B17E-C6587069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FACT CHECK</a:t>
            </a:r>
          </a:p>
        </p:txBody>
      </p:sp>
      <p:sp>
        <p:nvSpPr>
          <p:cNvPr id="3" name="ai-question">
            <a:extLst xmlns:a="http://schemas.openxmlformats.org/drawingml/2006/main">
              <a:ext uri="{FF2B5EF4-FFF2-40B4-BE49-F238E27FC236}">
                <a16:creationId xmlns:a16="http://schemas.microsoft.com/office/drawing/2014/main" id="{02AACA1C-837E-42DD-A94E-72A4C368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72033"/>
                </a:solidFill>
              </a:defRPr>
            </a:pPr>
            <a:r>
              <a:rPr sz="4350" b="1">
                <a:solidFill>
                  <a:srgbClr val="172033"/>
                </a:solidFill>
              </a:rPr>
              <a:t>Why not just use</a:t>
            </a:r>
          </a:p>
          <a:p xmlns:a="http://schemas.openxmlformats.org/drawingml/2006/main">
            <a:pPr algn="ctr">
              <a:defRPr sz="4350" b="1">
                <a:solidFill>
                  <a:srgbClr val="172033"/>
                </a:solidFill>
              </a:defRPr>
            </a:pPr>
            <a:r>
              <a:rPr sz="4350" b="1">
                <a:solidFill>
                  <a:srgbClr val="172033"/>
                </a:solidFill>
              </a:rPr>
              <a:t>ChatGPT or Claude?</a:t>
            </a:r>
          </a:p>
        </p:txBody>
      </p:sp>
    </p:spTree>
    <p:extLst>
      <p:ext uri="{BB962C8B-B14F-4D97-AF65-F5344CB8AC3E}">
        <p14:creationId xmlns:p14="http://schemas.microsoft.com/office/powerpoint/2010/main" val="4168809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1f64d34274538"/>
          <a:stretch xmlns:a="http://schemas.openxmlformats.org/drawingml/2006/main"/>
        </p:blipFill>
        <p:spPr>
          <a:xfrm xmlns:a="http://schemas.openxmlformats.org/drawingml/2006/main">
            <a:off x="762000" y="438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header-wordmark">
            <a:extLst xmlns:a="http://schemas.openxmlformats.org/drawingml/2006/main">
              <a:ext uri="{FF2B5EF4-FFF2-40B4-BE49-F238E27FC236}">
                <a16:creationId xmlns:a16="http://schemas.microsoft.com/office/drawing/2014/main" id="{50452C9E-C9D5-4922-AA45-98424F6D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FACT CHECK</a:t>
            </a:r>
          </a:p>
        </p:txBody>
      </p:sp>
      <p:sp>
        <p:nvSpPr>
          <p:cNvPr id="3" name="evidence-statement">
            <a:extLst xmlns:a="http://schemas.openxmlformats.org/drawingml/2006/main">
              <a:ext uri="{FF2B5EF4-FFF2-40B4-BE49-F238E27FC236}">
                <a16:creationId xmlns:a16="http://schemas.microsoft.com/office/drawing/2014/main" id="{727585B9-3F47-421D-8087-88D0079A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2033"/>
                </a:solidFill>
              </a:defRPr>
            </a:pPr>
            <a:r>
              <a:rPr sz="3750" b="1">
                <a:solidFill>
                  <a:srgbClr val="172033"/>
                </a:solidFill>
              </a:rPr>
              <a:t>A confident answer is not</a:t>
            </a:r>
          </a:p>
          <a:p xmlns:a="http://schemas.openxmlformats.org/drawingml/2006/main">
            <a:pPr algn="ctr">
              <a:defRPr sz="3750" b="1">
                <a:solidFill>
                  <a:srgbClr val="172033"/>
                </a:solidFill>
              </a:defRPr>
            </a:pPr>
            <a:r>
              <a:rPr sz="3750" b="1">
                <a:solidFill>
                  <a:srgbClr val="172033"/>
                </a:solidFill>
              </a:rPr>
              <a:t>the same as verified evidence.</a:t>
            </a:r>
          </a:p>
        </p:txBody>
      </p:sp>
      <p:sp>
        <p:nvSpPr>
          <p:cNvPr id="4" name="evidence-subtitle">
            <a:extLst xmlns:a="http://schemas.openxmlformats.org/drawingml/2006/main">
              <a:ext uri="{FF2B5EF4-FFF2-40B4-BE49-F238E27FC236}">
                <a16:creationId xmlns:a16="http://schemas.microsoft.com/office/drawing/2014/main" id="{543CD587-239A-4AC4-8447-CA83AEC7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748A"/>
                </a:solidFill>
              </a:defRPr>
            </a:pPr>
            <a:r>
              <a:rPr sz="1875" b="0">
                <a:solidFill>
                  <a:srgbClr val="66748A"/>
                </a:solidFill>
              </a:rPr>
              <a:t>Fact Check shows the claim, the reasoning, and the sources.</a:t>
            </a:r>
          </a:p>
        </p:txBody>
      </p:sp>
    </p:spTree>
    <p:extLst>
      <p:ext uri="{BB962C8B-B14F-4D97-AF65-F5344CB8AC3E}">
        <p14:creationId xmlns:p14="http://schemas.microsoft.com/office/powerpoint/2010/main" val="2076275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ae0643cd24632"/>
          <a:stretch xmlns:a="http://schemas.openxmlformats.org/drawingml/2006/main"/>
        </p:blipFill>
        <p:spPr>
          <a:xfrm xmlns:a="http://schemas.openxmlformats.org/drawingml/2006/main">
            <a:off x="762000" y="438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header-wordmark">
            <a:extLst xmlns:a="http://schemas.openxmlformats.org/drawingml/2006/main">
              <a:ext uri="{FF2B5EF4-FFF2-40B4-BE49-F238E27FC236}">
                <a16:creationId xmlns:a16="http://schemas.microsoft.com/office/drawing/2014/main" id="{965DF7B4-F303-4887-A41A-1C28CD0D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FACT CHECK</a:t>
            </a:r>
          </a:p>
        </p:txBody>
      </p:sp>
      <p:sp>
        <p:nvSpPr>
          <p:cNvPr id="3" name="product-headline">
            <a:extLst xmlns:a="http://schemas.openxmlformats.org/drawingml/2006/main">
              <a:ext uri="{FF2B5EF4-FFF2-40B4-BE49-F238E27FC236}">
                <a16:creationId xmlns:a16="http://schemas.microsoft.com/office/drawing/2014/main" id="{84BAC36E-0FF3-413E-93B0-51ABF4F3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Fact-check any article</a:t>
            </a:r>
          </a:p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without leaving the page.</a:t>
            </a:r>
          </a:p>
        </p:txBody>
      </p:sp>
      <p:sp>
        <p:nvSpPr>
          <p:cNvPr id="4" name="product-subtitle">
            <a:extLst xmlns:a="http://schemas.openxmlformats.org/drawingml/2006/main">
              <a:ext uri="{FF2B5EF4-FFF2-40B4-BE49-F238E27FC236}">
                <a16:creationId xmlns:a16="http://schemas.microsoft.com/office/drawing/2014/main" id="{11800E2A-7694-4FA6-B775-11F9366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48A"/>
                </a:solidFill>
              </a:defRPr>
            </a:pPr>
            <a:r>
              <a:rPr sz="1725" b="0">
                <a:solidFill>
                  <a:srgbClr val="66748A"/>
                </a:solidFill>
              </a:rPr>
              <a:t>Open the extension. Check the page. Review the evidence.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d5634a51c4799"/>
          <a:stretch xmlns:a="http://schemas.openxmlformats.org/drawingml/2006/main"/>
        </p:blipFill>
        <p:spPr>
          <a:xfrm xmlns:a="http://schemas.openxmlformats.org/drawingml/2006/main">
            <a:off x="5095875" y="1468636"/>
            <a:ext cx="6334125" cy="39588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75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a551cb3d946c9"/>
          <a:stretch xmlns:a="http://schemas.openxmlformats.org/drawingml/2006/main"/>
        </p:blipFill>
        <p:spPr>
          <a:xfrm xmlns:a="http://schemas.openxmlformats.org/drawingml/2006/main">
            <a:off x="762000" y="438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header-wordmark">
            <a:extLst xmlns:a="http://schemas.openxmlformats.org/drawingml/2006/main">
              <a:ext uri="{FF2B5EF4-FFF2-40B4-BE49-F238E27FC236}">
                <a16:creationId xmlns:a16="http://schemas.microsoft.com/office/drawing/2014/main" id="{02DE0A74-1B5F-4BC4-982F-500CA161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FACT CHECK</a:t>
            </a:r>
          </a:p>
        </p:txBody>
      </p:sp>
      <p:sp>
        <p:nvSpPr>
          <p:cNvPr id="3" name="input-title">
            <a:extLst xmlns:a="http://schemas.openxmlformats.org/drawingml/2006/main">
              <a:ext uri="{FF2B5EF4-FFF2-40B4-BE49-F238E27FC236}">
                <a16:creationId xmlns:a16="http://schemas.microsoft.com/office/drawing/2014/main" id="{20AEA381-343A-45A0-896A-C6FAD4BE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0625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172033"/>
                </a:solidFill>
              </a:defRPr>
            </a:pPr>
            <a:r>
              <a:rPr sz="3375" b="1">
                <a:solidFill>
                  <a:srgbClr val="172033"/>
                </a:solidFill>
              </a:rPr>
              <a:t>Choose what you want to check.</a:t>
            </a:r>
          </a:p>
        </p:txBody>
      </p:sp>
      <p:sp>
        <p:nvSpPr>
          <p:cNvPr id="4" name="current-page">
            <a:extLst xmlns:a="http://schemas.openxmlformats.org/drawingml/2006/main">
              <a:ext uri="{FF2B5EF4-FFF2-40B4-BE49-F238E27FC236}">
                <a16:creationId xmlns:a16="http://schemas.microsoft.com/office/drawing/2014/main" id="{C059A066-4C47-41ED-9A88-80EEC3D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D2"/>
                </a:solidFill>
              </a:defRPr>
            </a:pPr>
            <a:r>
              <a:rPr sz="1950" b="1">
                <a:solidFill>
                  <a:srgbClr val="1769D2"/>
                </a:solidFill>
              </a:rPr>
              <a:t>CURRENT PAGE</a:t>
            </a:r>
          </a:p>
        </p:txBody>
      </p:sp>
      <p:sp>
        <p:nvSpPr>
          <p:cNvPr id="5" name="paste-url">
            <a:extLst xmlns:a="http://schemas.openxmlformats.org/drawingml/2006/main">
              <a:ext uri="{FF2B5EF4-FFF2-40B4-BE49-F238E27FC236}">
                <a16:creationId xmlns:a16="http://schemas.microsoft.com/office/drawing/2014/main" id="{239C0831-E533-4705-9064-FFE8102E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D2"/>
                </a:solidFill>
              </a:defRPr>
            </a:pPr>
            <a:r>
              <a:rPr sz="1950" b="1">
                <a:solidFill>
                  <a:srgbClr val="1769D2"/>
                </a:solidFill>
              </a:rPr>
              <a:t>PASTE A URL</a:t>
            </a:r>
          </a:p>
        </p:txBody>
      </p:sp>
      <p:sp>
        <p:nvSpPr>
          <p:cNvPr id="6" name="paste-text">
            <a:extLst xmlns:a="http://schemas.openxmlformats.org/drawingml/2006/main">
              <a:ext uri="{FF2B5EF4-FFF2-40B4-BE49-F238E27FC236}">
                <a16:creationId xmlns:a16="http://schemas.microsoft.com/office/drawing/2014/main" id="{37EC8B98-819B-421D-9AF1-E8960F8F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D2"/>
                </a:solidFill>
              </a:defRPr>
            </a:pPr>
            <a:r>
              <a:rPr sz="1950" b="1">
                <a:solidFill>
                  <a:srgbClr val="1769D2"/>
                </a:solidFill>
              </a:rPr>
              <a:t>PASTE ANY TEXT</a:t>
            </a:r>
          </a:p>
        </p:txBody>
      </p:sp>
      <p:sp>
        <p:nvSpPr>
          <p:cNvPr id="7" name="input-subtitle">
            <a:extLst xmlns:a="http://schemas.openxmlformats.org/drawingml/2006/main">
              <a:ext uri="{FF2B5EF4-FFF2-40B4-BE49-F238E27FC236}">
                <a16:creationId xmlns:a16="http://schemas.microsoft.com/office/drawing/2014/main" id="{675ED6F2-AAF2-48B2-9E67-4785FAD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38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748A"/>
                </a:solidFill>
              </a:defRPr>
            </a:pPr>
            <a:r>
              <a:rPr sz="1800" b="0">
                <a:solidFill>
                  <a:srgbClr val="66748A"/>
                </a:solidFill>
              </a:rPr>
              <a:t>The same evidence workflow for every mode.</a:t>
            </a:r>
          </a:p>
        </p:txBody>
      </p:sp>
    </p:spTree>
    <p:extLst>
      <p:ext uri="{BB962C8B-B14F-4D97-AF65-F5344CB8AC3E}">
        <p14:creationId xmlns:p14="http://schemas.microsoft.com/office/powerpoint/2010/main" val="19521716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ac705b1124453"/>
          <a:stretch xmlns:a="http://schemas.openxmlformats.org/drawingml/2006/main"/>
        </p:blipFill>
        <p:spPr>
          <a:xfrm xmlns:a="http://schemas.openxmlformats.org/drawingml/2006/main">
            <a:off x="762000" y="438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header-wordmark">
            <a:extLst xmlns:a="http://schemas.openxmlformats.org/drawingml/2006/main">
              <a:ext uri="{FF2B5EF4-FFF2-40B4-BE49-F238E27FC236}">
                <a16:creationId xmlns:a16="http://schemas.microsoft.com/office/drawing/2014/main" id="{D0684E39-700B-424B-A143-FB93E7B8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FACT CHECK</a:t>
            </a:r>
          </a:p>
        </p:txBody>
      </p:sp>
      <p:sp>
        <p:nvSpPr>
          <p:cNvPr id="3" name="verdict-title">
            <a:extLst xmlns:a="http://schemas.openxmlformats.org/drawingml/2006/main">
              <a:ext uri="{FF2B5EF4-FFF2-40B4-BE49-F238E27FC236}">
                <a16:creationId xmlns:a16="http://schemas.microsoft.com/office/drawing/2014/main" id="{35EBCFDF-B358-42AD-9ADA-7F003F1A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0625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172033"/>
                </a:solidFill>
              </a:defRPr>
            </a:pPr>
            <a:r>
              <a:rPr sz="3375" b="1">
                <a:solidFill>
                  <a:srgbClr val="172033"/>
                </a:solidFill>
              </a:rPr>
              <a:t>Every claim gets an honest outcome.</a:t>
            </a:r>
          </a:p>
        </p:txBody>
      </p:sp>
      <p:sp>
        <p:nvSpPr>
          <p:cNvPr id="4" name="true">
            <a:extLst xmlns:a="http://schemas.openxmlformats.org/drawingml/2006/main">
              <a:ext uri="{FF2B5EF4-FFF2-40B4-BE49-F238E27FC236}">
                <a16:creationId xmlns:a16="http://schemas.microsoft.com/office/drawing/2014/main" id="{3C9E33C0-D30F-42A3-93F4-E332E6A8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128A55"/>
                </a:solidFill>
              </a:defRPr>
            </a:pPr>
            <a:r>
              <a:rPr sz="3375" b="1">
                <a:solidFill>
                  <a:srgbClr val="128A55"/>
                </a:solidFill>
              </a:rPr>
              <a:t>TRUE</a:t>
            </a:r>
          </a:p>
        </p:txBody>
      </p:sp>
      <p:sp>
        <p:nvSpPr>
          <p:cNvPr id="5" name="false">
            <a:extLst xmlns:a="http://schemas.openxmlformats.org/drawingml/2006/main">
              <a:ext uri="{FF2B5EF4-FFF2-40B4-BE49-F238E27FC236}">
                <a16:creationId xmlns:a16="http://schemas.microsoft.com/office/drawing/2014/main" id="{D296A1B2-6F48-4BE2-953A-49578B81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0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E3B3B"/>
                </a:solidFill>
              </a:defRPr>
            </a:pPr>
            <a:r>
              <a:rPr sz="3375" b="1">
                <a:solidFill>
                  <a:srgbClr val="CE3B3B"/>
                </a:solidFill>
              </a:rPr>
              <a:t>FALSE</a:t>
            </a:r>
          </a:p>
        </p:txBody>
      </p:sp>
      <p:sp>
        <p:nvSpPr>
          <p:cNvPr id="6" name="unverifiable">
            <a:extLst xmlns:a="http://schemas.openxmlformats.org/drawingml/2006/main">
              <a:ext uri="{FF2B5EF4-FFF2-40B4-BE49-F238E27FC236}">
                <a16:creationId xmlns:a16="http://schemas.microsoft.com/office/drawing/2014/main" id="{663BFBB0-3BB4-49F7-84F7-5F6FE672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A86E00"/>
                </a:solidFill>
              </a:defRPr>
            </a:pPr>
            <a:r>
              <a:rPr sz="2775" b="1">
                <a:solidFill>
                  <a:srgbClr val="A86E00"/>
                </a:solidFill>
              </a:rPr>
              <a:t>UNVERIFIABLE</a:t>
            </a:r>
          </a:p>
        </p:txBody>
      </p:sp>
    </p:spTree>
    <p:extLst>
      <p:ext uri="{BB962C8B-B14F-4D97-AF65-F5344CB8AC3E}">
        <p14:creationId xmlns:p14="http://schemas.microsoft.com/office/powerpoint/2010/main" val="1952171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66d3e03a446fe"/>
          <a:stretch xmlns:a="http://schemas.openxmlformats.org/drawingml/2006/main"/>
        </p:blipFill>
        <p:spPr>
          <a:xfrm xmlns:a="http://schemas.openxmlformats.org/drawingml/2006/main">
            <a:off x="762000" y="438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header-wordmark">
            <a:extLst xmlns:a="http://schemas.openxmlformats.org/drawingml/2006/main">
              <a:ext uri="{FF2B5EF4-FFF2-40B4-BE49-F238E27FC236}">
                <a16:creationId xmlns:a16="http://schemas.microsoft.com/office/drawing/2014/main" id="{70E919DD-031A-494C-91FA-212EF062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FACT CHECK</a:t>
            </a:r>
          </a:p>
        </p:txBody>
      </p:sp>
      <p:sp>
        <p:nvSpPr>
          <p:cNvPr id="3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BEF1B52D-796E-47AC-BB55-55E4BAC2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172033"/>
                </a:solidFill>
              </a:defRPr>
            </a:pPr>
            <a:r>
              <a:rPr sz="3525" b="1">
                <a:solidFill>
                  <a:srgbClr val="172033"/>
                </a:solidFill>
              </a:rPr>
              <a:t>Evidence comes before the verdict.</a:t>
            </a:r>
          </a:p>
        </p:txBody>
      </p:sp>
      <p:sp>
        <p:nvSpPr>
          <p:cNvPr id="4" name="pipeline">
            <a:extLst xmlns:a="http://schemas.openxmlformats.org/drawingml/2006/main">
              <a:ext uri="{FF2B5EF4-FFF2-40B4-BE49-F238E27FC236}">
                <a16:creationId xmlns:a16="http://schemas.microsoft.com/office/drawing/2014/main" id="{DFF74BDF-2A1F-4B87-AF73-1CCB3317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69D2"/>
                </a:solidFill>
              </a:defRPr>
            </a:pPr>
            <a:r>
              <a:rPr sz="2325" b="1">
                <a:solidFill>
                  <a:srgbClr val="1769D2"/>
                </a:solidFill>
              </a:rPr>
              <a:t>ARTICLE   →   CLAIMS   →   SOURCES   →   VERDICT</a:t>
            </a:r>
          </a:p>
        </p:txBody>
      </p:sp>
      <p:sp>
        <p:nvSpPr>
          <p:cNvPr id="5" name="pipeline-subtitle">
            <a:extLst xmlns:a="http://schemas.openxmlformats.org/drawingml/2006/main">
              <a:ext uri="{FF2B5EF4-FFF2-40B4-BE49-F238E27FC236}">
                <a16:creationId xmlns:a16="http://schemas.microsoft.com/office/drawing/2014/main" id="{BE628FEF-D9B1-462F-AEC1-078DA323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748A"/>
                </a:solidFill>
              </a:defRPr>
            </a:pPr>
            <a:r>
              <a:rPr sz="1800" b="0">
                <a:solidFill>
                  <a:srgbClr val="66748A"/>
                </a:solidFill>
              </a:rPr>
              <a:t>Each source is checked against its own claim.</a:t>
            </a:r>
          </a:p>
        </p:txBody>
      </p:sp>
    </p:spTree>
    <p:extLst>
      <p:ext uri="{BB962C8B-B14F-4D97-AF65-F5344CB8AC3E}">
        <p14:creationId xmlns:p14="http://schemas.microsoft.com/office/powerpoint/2010/main" val="1697339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26eb34c2b4b9c"/>
          <a:stretch xmlns:a="http://schemas.openxmlformats.org/drawingml/2006/main"/>
        </p:blipFill>
        <p:spPr>
          <a:xfrm xmlns:a="http://schemas.openxmlformats.org/drawingml/2006/main">
            <a:off x="762000" y="438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header-wordmark">
            <a:extLst xmlns:a="http://schemas.openxmlformats.org/drawingml/2006/main">
              <a:ext uri="{FF2B5EF4-FFF2-40B4-BE49-F238E27FC236}">
                <a16:creationId xmlns:a16="http://schemas.microsoft.com/office/drawing/2014/main" id="{FA3B05FE-EFAC-42FE-9C31-1E61D3DE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FACT CHECK</a:t>
            </a:r>
          </a:p>
        </p:txBody>
      </p:sp>
      <p:sp>
        <p:nvSpPr>
          <p:cNvPr id="3" name="no-evidence">
            <a:extLst xmlns:a="http://schemas.openxmlformats.org/drawingml/2006/main">
              <a:ext uri="{FF2B5EF4-FFF2-40B4-BE49-F238E27FC236}">
                <a16:creationId xmlns:a16="http://schemas.microsoft.com/office/drawing/2014/main" id="{C545D6EB-5CAC-427D-8ED3-2E1504E9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895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72033"/>
                </a:solidFill>
              </a:defRPr>
            </a:pPr>
            <a:r>
              <a:rPr sz="4800" b="1">
                <a:solidFill>
                  <a:srgbClr val="172033"/>
                </a:solidFill>
              </a:rPr>
              <a:t>No evidence?</a:t>
            </a:r>
          </a:p>
          <a:p xmlns:a="http://schemas.openxmlformats.org/drawingml/2006/main">
            <a:pPr algn="ctr">
              <a:defRPr sz="4800" b="1">
                <a:solidFill>
                  <a:srgbClr val="172033"/>
                </a:solidFill>
              </a:defRPr>
            </a:pPr>
            <a:r>
              <a:rPr sz="4800" b="1">
                <a:solidFill>
                  <a:srgbClr val="172033"/>
                </a:solidFill>
              </a:rPr>
              <a:t>No verdict.</a:t>
            </a:r>
          </a:p>
        </p:txBody>
      </p:sp>
      <p:sp>
        <p:nvSpPr>
          <p:cNvPr id="4" name="no-evidence-subtitle">
            <a:extLst xmlns:a="http://schemas.openxmlformats.org/drawingml/2006/main">
              <a:ext uri="{FF2B5EF4-FFF2-40B4-BE49-F238E27FC236}">
                <a16:creationId xmlns:a16="http://schemas.microsoft.com/office/drawing/2014/main" id="{33C29458-DA03-4DE9-A355-32CD9E05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748A"/>
                </a:solidFill>
              </a:defRPr>
            </a:pPr>
            <a:r>
              <a:rPr sz="1875" b="0">
                <a:solidFill>
                  <a:srgbClr val="66748A"/>
                </a:solidFill>
              </a:rPr>
              <a:t>When sources are missing or conflicting, Fact Check says so.</a:t>
            </a:r>
          </a:p>
        </p:txBody>
      </p:sp>
    </p:spTree>
    <p:extLst>
      <p:ext uri="{BB962C8B-B14F-4D97-AF65-F5344CB8AC3E}">
        <p14:creationId xmlns:p14="http://schemas.microsoft.com/office/powerpoint/2010/main" val="1697339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a77b5bf2b455a"/>
          <a:stretch xmlns:a="http://schemas.openxmlformats.org/drawingml/2006/main"/>
        </p:blipFill>
        <p:spPr>
          <a:xfrm xmlns:a="http://schemas.openxmlformats.org/drawingml/2006/main">
            <a:off x="762000" y="438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header-wordmark">
            <a:extLst xmlns:a="http://schemas.openxmlformats.org/drawingml/2006/main">
              <a:ext uri="{FF2B5EF4-FFF2-40B4-BE49-F238E27FC236}">
                <a16:creationId xmlns:a16="http://schemas.microsoft.com/office/drawing/2014/main" id="{10F02D95-8BB9-480C-AC87-2CB27B56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D2"/>
                </a:solidFill>
              </a:defRPr>
            </a:pPr>
            <a:r>
              <a:rPr sz="1350" b="1">
                <a:solidFill>
                  <a:srgbClr val="1769D2"/>
                </a:solidFill>
              </a:rPr>
              <a:t>FACT CHECK</a:t>
            </a:r>
          </a:p>
        </p:txBody>
      </p:sp>
      <p:sp>
        <p:nvSpPr>
          <p:cNvPr id="3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FDDEBE0D-FF12-4790-9069-EFCB737A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409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Review the reasoning.</a:t>
            </a:r>
          </a:p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Open the sources.</a:t>
            </a:r>
          </a:p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Export the report.</a:t>
            </a:r>
          </a:p>
        </p:txBody>
      </p:sp>
      <p:sp>
        <p:nvSpPr>
          <p:cNvPr id="4" name="review-subtitle">
            <a:extLst xmlns:a="http://schemas.openxmlformats.org/drawingml/2006/main">
              <a:ext uri="{FF2B5EF4-FFF2-40B4-BE49-F238E27FC236}">
                <a16:creationId xmlns:a16="http://schemas.microsoft.com/office/drawing/2014/main" id="{B7F8B9AF-0734-4CFC-BAE9-628374A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48A"/>
                </a:solidFill>
              </a:defRPr>
            </a:pPr>
            <a:r>
              <a:rPr sz="1725" b="0">
                <a:solidFill>
                  <a:srgbClr val="66748A"/>
                </a:solidFill>
              </a:rPr>
              <a:t>The result stays useful after the check is complete.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22900085a4cc9"/>
          <a:stretch xmlns:a="http://schemas.openxmlformats.org/drawingml/2006/main"/>
        </p:blipFill>
        <p:spPr>
          <a:xfrm xmlns:a="http://schemas.openxmlformats.org/drawingml/2006/main">
            <a:off x="4953000" y="1518047"/>
            <a:ext cx="6572250" cy="4107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75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8245ed2c64c73"/>
          <a:stretch xmlns:a="http://schemas.openxmlformats.org/drawingml/2006/main"/>
        </p:blipFill>
        <p:spPr>
          <a:xfrm xmlns:a="http://schemas.openxmlformats.org/drawingml/2006/main">
            <a:off x="5410200" y="2076450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2" name="centered-wordmark">
            <a:extLst xmlns:a="http://schemas.openxmlformats.org/drawingml/2006/main">
              <a:ext uri="{FF2B5EF4-FFF2-40B4-BE49-F238E27FC236}">
                <a16:creationId xmlns:a16="http://schemas.microsoft.com/office/drawing/2014/main" id="{85936180-24BD-4B37-B4A2-6C6F6507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69D2"/>
                </a:solidFill>
              </a:defRPr>
            </a:pPr>
            <a:r>
              <a:rPr sz="2850" b="1">
                <a:solidFill>
                  <a:srgbClr val="1769D2"/>
                </a:solidFill>
              </a:rPr>
              <a:t>FACT CHECK</a:t>
            </a:r>
          </a:p>
        </p:txBody>
      </p:sp>
      <p:sp>
        <p:nvSpPr>
          <p:cNvPr id="3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1C381B03-FC97-42F4-8CE8-8039E99C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05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Read. Question. Verify.</a:t>
            </a:r>
          </a:p>
        </p:txBody>
      </p:sp>
    </p:spTree>
    <p:extLst>
      <p:ext uri="{BB962C8B-B14F-4D97-AF65-F5344CB8AC3E}">
        <p14:creationId xmlns:p14="http://schemas.microsoft.com/office/powerpoint/2010/main" val="101227560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2026-07-30T14:11:03.2060000Z</dcterms:created>
  <dcterms:modified xsi:type="dcterms:W3CDTF">2026-07-30T14:11:03.2060000Z</dcterms:modified>
</coreProperties>
</file>